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Oe4Ew8Zc2VSd5a4mXGXFKzTe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Introduction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Why Linux?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Exploits information about the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Mostly used to server side programming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Makes it easy to modify the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Linux and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Kernel is written in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ABI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What is Linux?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 as an Operating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 vs GUI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use the Command Line?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The Shell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Shell Environment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Bash as the Default Shell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Command Syntax Is Covered Today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Navigating the Filesystem</a:t>
            </a:r>
            <a:endParaRPr b="1"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pwd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Absolute vs Relative Paths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Files and Directories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Exploring the Filesystem</a:t>
            </a:r>
            <a:endParaRPr b="1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 -l, ls -a, file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File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Permissions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Viewing File Contents</a:t>
            </a:r>
            <a:endParaRPr b="1"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>
                <a:solidFill>
                  <a:srgbClr val="FF0000"/>
                </a:solidFill>
              </a:rPr>
              <a:t>touch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vi(m)</a:t>
            </a:r>
            <a:r>
              <a:rPr lang="en-US"/>
              <a:t>,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cat, less, head, tail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grep for Searching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Manipulating Files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cp, </a:t>
            </a:r>
            <a:r>
              <a:rPr b="1" i="1" lang="en-US" sz="3200">
                <a:solidFill>
                  <a:srgbClr val="FF0000"/>
                </a:solidFill>
              </a:rPr>
              <a:t>scp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mv, rm, mkdir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Wildcards (*) and Recursive Operations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Redirection &amp; Pipes</a:t>
            </a:r>
            <a:endParaRPr b="1"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Input, Output, and Error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Redirection Operators: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&gt;, &gt;&gt;, &lt;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Pipes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(|)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Permissions and Ownership</a:t>
            </a:r>
            <a:endParaRPr b="1"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rwx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Permissions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 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chmod</a:t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sudo for Privileged Operations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Conclusion</a:t>
            </a:r>
            <a:endParaRPr b="1"/>
          </a:p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Key Commands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 in Learning Linux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